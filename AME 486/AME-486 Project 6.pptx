
<file path=[Content_Types].xml><?xml version="1.0" encoding="utf-8"?>
<Types xmlns="http://schemas.openxmlformats.org/package/2006/content-types">
  <Default Extension="jpeg" ContentType="image/jpeg"/>
  <Default Extension="pdf" ContentType="application/pd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4"/>
  </p:notesMasterIdLst>
  <p:sldIdLst>
    <p:sldId id="259" r:id="rId2"/>
    <p:sldId id="26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8" autoAdjust="0"/>
    <p:restoredTop sz="94660"/>
  </p:normalViewPr>
  <p:slideViewPr>
    <p:cSldViewPr snapToGrid="0">
      <p:cViewPr varScale="1">
        <p:scale>
          <a:sx n="88" d="100"/>
          <a:sy n="88" d="100"/>
        </p:scale>
        <p:origin x="82" y="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FB5E7-5053-4614-AFDB-EDB2D28E3B92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49144F-CF32-4812-B26D-53D27F73A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930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A28673-9CD6-4E7B-8559-FB4C7370E5C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1905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A28673-9CD6-4E7B-8559-FB4C7370E5C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7900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0894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2" Type="http://schemas.openxmlformats.org/officeDocument/2006/relationships/image" Target="../media/image3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4.pdf"/><Relationship Id="rId5" Type="http://schemas.openxmlformats.org/officeDocument/2006/relationships/image" Target="../media/image1.png"/><Relationship Id="rId10" Type="http://schemas.openxmlformats.org/officeDocument/2006/relationships/image" Target="../media/image2.png"/><Relationship Id="rId4" Type="http://schemas.openxmlformats.org/officeDocument/2006/relationships/image" Target="../media/image1.pdf"/><Relationship Id="rId9" Type="http://schemas.openxmlformats.org/officeDocument/2006/relationships/image" Target="../media/image2.pd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5803900"/>
            <a:ext cx="12192000" cy="10527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 flipV="1">
            <a:off x="0" y="5778500"/>
            <a:ext cx="12192000" cy="508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 descr="Small Use Shield_GoldOnTrans.eps"/>
          <p:cNvPicPr>
            <a:picLocks noChangeAspect="1"/>
          </p:cNvPicPr>
          <p:nvPr userDrawn="1"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10934703" y="238128"/>
            <a:ext cx="997652" cy="748239"/>
          </a:xfrm>
          <a:prstGeom prst="rect">
            <a:avLst/>
          </a:prstGeom>
        </p:spPr>
      </p:pic>
      <p:pic>
        <p:nvPicPr>
          <p:cNvPr id="9" name="Picture 8" descr="1-lineWordmark_GoldOnCard_NoBG.eps"/>
          <p:cNvPicPr>
            <a:picLocks noChangeAspect="1"/>
          </p:cNvPicPr>
          <p:nvPr userDrawn="1"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9"/>
              <a:stretch>
                <a:fillRect/>
              </a:stretch>
            </p:blipFill>
          </mc:Choice>
          <mc:Fallback>
            <p:blipFill>
              <a:blip r:embed="rId10"/>
              <a:stretch>
                <a:fillRect/>
              </a:stretch>
            </p:blipFill>
          </mc:Fallback>
        </mc:AlternateContent>
        <p:spPr>
          <a:xfrm>
            <a:off x="9330267" y="6462030"/>
            <a:ext cx="2429501" cy="154821"/>
          </a:xfrm>
          <a:prstGeom prst="rect">
            <a:avLst/>
          </a:prstGeom>
        </p:spPr>
      </p:pic>
      <p:pic>
        <p:nvPicPr>
          <p:cNvPr id="12" name="Picture 11" descr="Formal_Viterbi_GoldOnCard_NoBG.eps"/>
          <p:cNvPicPr>
            <a:picLocks noChangeAspect="1"/>
          </p:cNvPicPr>
          <p:nvPr userDrawn="1"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11"/>
              <a:stretch>
                <a:fillRect/>
              </a:stretch>
            </p:blipFill>
          </mc:Choice>
          <mc:Fallback>
            <p:blipFill>
              <a:blip r:embed="rId12"/>
              <a:stretch>
                <a:fillRect/>
              </a:stretch>
            </p:blipFill>
          </mc:Fallback>
        </mc:AlternateContent>
        <p:spPr>
          <a:xfrm>
            <a:off x="389469" y="6138310"/>
            <a:ext cx="2322251" cy="47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486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8AA5F7-3E01-E255-B393-9C2541C6D049}"/>
              </a:ext>
            </a:extLst>
          </p:cNvPr>
          <p:cNvSpPr txBox="1"/>
          <p:nvPr/>
        </p:nvSpPr>
        <p:spPr>
          <a:xfrm>
            <a:off x="3078480" y="1908313"/>
            <a:ext cx="603504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AME 485 – Aerospace Structures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CD3054-FBFA-5C89-AA15-B35C4B7608DD}"/>
              </a:ext>
            </a:extLst>
          </p:cNvPr>
          <p:cNvSpPr txBox="1"/>
          <p:nvPr/>
        </p:nvSpPr>
        <p:spPr>
          <a:xfrm>
            <a:off x="3078480" y="2812110"/>
            <a:ext cx="60350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 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85D6F-8467-C422-013A-E8E3685170BA}"/>
              </a:ext>
            </a:extLst>
          </p:cNvPr>
          <p:cNvSpPr txBox="1"/>
          <p:nvPr/>
        </p:nvSpPr>
        <p:spPr>
          <a:xfrm>
            <a:off x="3078480" y="4208238"/>
            <a:ext cx="6035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Henry Glover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12/5/2024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AD6F7A-9E8C-96C2-6D1B-945D38EB3C86}"/>
              </a:ext>
            </a:extLst>
          </p:cNvPr>
          <p:cNvSpPr txBox="1"/>
          <p:nvPr/>
        </p:nvSpPr>
        <p:spPr>
          <a:xfrm>
            <a:off x="278295" y="338334"/>
            <a:ext cx="1437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Part 1 #1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D3D1E-87C6-F755-5B3F-D1695BA2C30C}"/>
              </a:ext>
            </a:extLst>
          </p:cNvPr>
          <p:cNvSpPr txBox="1"/>
          <p:nvPr/>
        </p:nvSpPr>
        <p:spPr>
          <a:xfrm>
            <a:off x="409303" y="1001486"/>
            <a:ext cx="11608526" cy="4401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Mistakes happen often, make sure you learn from the mistake and own up to the mistake if you personally made it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 lesson that Vinay taught me – Never say more than is needed, for example, on a resumé or in an interview only say or do what is required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Always remember the lesson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compatible with your groupmates, peers, and coworkers – Be open to suggestions, ideas, and other  individuals, they can help you grow as an engineer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Learn how to work with a team and learn each others' strengths and weaknesses to build effective communication. This will also enhance productivity and efficiency</a:t>
            </a:r>
            <a:endParaRPr lang="en-US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an engineer always carry pocket margin. Even though we have the factor of safety an extra “pocket” margin is always good to have in case a mistake occurs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Always have peers review your work or other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peers/management check your work.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Have a work life balance and understand your own strengths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weaknesses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Enjoy the accomplishments when they happen and spend time understanding the failures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Aerospace industry is massive and requires a lot of continuous parts and teams, be able to communicate effetely and efficiently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Flexing communication is important to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1051E7-0612-5C55-5D5D-26F3CD247B17}"/>
              </a:ext>
            </a:extLst>
          </p:cNvPr>
          <p:cNvSpPr txBox="1"/>
          <p:nvPr/>
        </p:nvSpPr>
        <p:spPr>
          <a:xfrm>
            <a:off x="3022915" y="439077"/>
            <a:ext cx="6146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Lessons I Have learned – Different approach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08105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23">
      <a:dk1>
        <a:srgbClr val="99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237</Words>
  <Application>Microsoft Office PowerPoint</Application>
  <PresentationFormat>Widescreen</PresentationFormat>
  <Paragraphs>23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Arial</vt:lpstr>
      <vt:lpstr>Calibri</vt:lpstr>
      <vt:lpstr>Courier New</vt:lpstr>
      <vt:lpstr>Times New Roman</vt:lpstr>
      <vt:lpstr>1_Office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Henry Glover</dc:creator>
  <cp:lastModifiedBy>Henry Glover</cp:lastModifiedBy>
  <cp:revision>2</cp:revision>
  <dcterms:created xsi:type="dcterms:W3CDTF">2024-12-04T00:04:14Z</dcterms:created>
  <dcterms:modified xsi:type="dcterms:W3CDTF">2024-12-05T06:38:55Z</dcterms:modified>
</cp:coreProperties>
</file>